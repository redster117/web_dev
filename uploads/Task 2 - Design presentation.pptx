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3"/>
  </p:sldMasterIdLst>
  <p:sldIdLst>
    <p:sldId id="256" r:id="rId4"/>
    <p:sldId id="257" r:id="rId5"/>
    <p:sldId id="258" r:id="rId6"/>
    <p:sldId id="259" r:id="rId7"/>
    <p:sldId id="260" r:id="rId8"/>
    <p:sldId id="263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E9466-BDB4-42D9-978F-202B52A8F36E}" v="3" dt="2024-10-15T05:12:32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rooks" userId="24c7b370-bfa2-4faa-bcc2-81b3dcfb6f66" providerId="ADAL" clId="{FF2D4760-890F-4254-AF29-7D09EAF180AC}"/>
    <pc:docChg chg="undo custSel addSld modSld">
      <pc:chgData name="Michael Brooks" userId="24c7b370-bfa2-4faa-bcc2-81b3dcfb6f66" providerId="ADAL" clId="{FF2D4760-890F-4254-AF29-7D09EAF180AC}" dt="2024-10-15T12:38:03.352" v="856" actId="20577"/>
      <pc:docMkLst>
        <pc:docMk/>
      </pc:docMkLst>
      <pc:sldChg chg="modSp mod">
        <pc:chgData name="Michael Brooks" userId="24c7b370-bfa2-4faa-bcc2-81b3dcfb6f66" providerId="ADAL" clId="{FF2D4760-890F-4254-AF29-7D09EAF180AC}" dt="2024-10-15T12:36:18.553" v="711" actId="14100"/>
        <pc:sldMkLst>
          <pc:docMk/>
          <pc:sldMk cId="1225265649" sldId="256"/>
        </pc:sldMkLst>
        <pc:spChg chg="mod">
          <ac:chgData name="Michael Brooks" userId="24c7b370-bfa2-4faa-bcc2-81b3dcfb6f66" providerId="ADAL" clId="{FF2D4760-890F-4254-AF29-7D09EAF180AC}" dt="2024-10-15T12:36:18.553" v="711" actId="14100"/>
          <ac:spMkLst>
            <pc:docMk/>
            <pc:sldMk cId="1225265649" sldId="256"/>
            <ac:spMk id="3" creationId="{DE469790-2EDB-4DEF-9E68-A3406E726E43}"/>
          </ac:spMkLst>
        </pc:spChg>
      </pc:sldChg>
      <pc:sldChg chg="modSp mod">
        <pc:chgData name="Michael Brooks" userId="24c7b370-bfa2-4faa-bcc2-81b3dcfb6f66" providerId="ADAL" clId="{FF2D4760-890F-4254-AF29-7D09EAF180AC}" dt="2024-10-15T08:48:45.184" v="48" actId="20577"/>
        <pc:sldMkLst>
          <pc:docMk/>
          <pc:sldMk cId="1811980613" sldId="257"/>
        </pc:sldMkLst>
        <pc:spChg chg="mod">
          <ac:chgData name="Michael Brooks" userId="24c7b370-bfa2-4faa-bcc2-81b3dcfb6f66" providerId="ADAL" clId="{FF2D4760-890F-4254-AF29-7D09EAF180AC}" dt="2024-10-15T08:48:45.184" v="48" actId="20577"/>
          <ac:spMkLst>
            <pc:docMk/>
            <pc:sldMk cId="1811980613" sldId="257"/>
            <ac:spMk id="3" creationId="{049B4E33-5B55-4343-94C2-61F60B8BD03C}"/>
          </ac:spMkLst>
        </pc:spChg>
      </pc:sldChg>
      <pc:sldChg chg="modSp mod">
        <pc:chgData name="Michael Brooks" userId="24c7b370-bfa2-4faa-bcc2-81b3dcfb6f66" providerId="ADAL" clId="{FF2D4760-890F-4254-AF29-7D09EAF180AC}" dt="2024-10-15T08:54:30.247" v="330" actId="6549"/>
        <pc:sldMkLst>
          <pc:docMk/>
          <pc:sldMk cId="2722873790" sldId="258"/>
        </pc:sldMkLst>
        <pc:spChg chg="mod">
          <ac:chgData name="Michael Brooks" userId="24c7b370-bfa2-4faa-bcc2-81b3dcfb6f66" providerId="ADAL" clId="{FF2D4760-890F-4254-AF29-7D09EAF180AC}" dt="2024-10-15T08:54:30.247" v="330" actId="6549"/>
          <ac:spMkLst>
            <pc:docMk/>
            <pc:sldMk cId="2722873790" sldId="258"/>
            <ac:spMk id="2" creationId="{69BB9270-DE0F-42F7-BBC2-A34EF2BC8CF2}"/>
          </ac:spMkLst>
        </pc:spChg>
        <pc:spChg chg="mod">
          <ac:chgData name="Michael Brooks" userId="24c7b370-bfa2-4faa-bcc2-81b3dcfb6f66" providerId="ADAL" clId="{FF2D4760-890F-4254-AF29-7D09EAF180AC}" dt="2024-10-15T08:49:20.427" v="55" actId="20577"/>
          <ac:spMkLst>
            <pc:docMk/>
            <pc:sldMk cId="2722873790" sldId="258"/>
            <ac:spMk id="3" creationId="{1E7F9622-7315-4C65-B249-4BD0D4CF6EF7}"/>
          </ac:spMkLst>
        </pc:spChg>
      </pc:sldChg>
      <pc:sldChg chg="modSp mod">
        <pc:chgData name="Michael Brooks" userId="24c7b370-bfa2-4faa-bcc2-81b3dcfb6f66" providerId="ADAL" clId="{FF2D4760-890F-4254-AF29-7D09EAF180AC}" dt="2024-10-15T08:54:43.030" v="331" actId="6549"/>
        <pc:sldMkLst>
          <pc:docMk/>
          <pc:sldMk cId="751337974" sldId="259"/>
        </pc:sldMkLst>
        <pc:spChg chg="mod">
          <ac:chgData name="Michael Brooks" userId="24c7b370-bfa2-4faa-bcc2-81b3dcfb6f66" providerId="ADAL" clId="{FF2D4760-890F-4254-AF29-7D09EAF180AC}" dt="2024-10-15T08:54:43.030" v="331" actId="6549"/>
          <ac:spMkLst>
            <pc:docMk/>
            <pc:sldMk cId="751337974" sldId="259"/>
            <ac:spMk id="2" creationId="{69BB9270-DE0F-42F7-BBC2-A34EF2BC8CF2}"/>
          </ac:spMkLst>
        </pc:spChg>
        <pc:spChg chg="mod">
          <ac:chgData name="Michael Brooks" userId="24c7b370-bfa2-4faa-bcc2-81b3dcfb6f66" providerId="ADAL" clId="{FF2D4760-890F-4254-AF29-7D09EAF180AC}" dt="2024-10-15T08:54:01.055" v="329" actId="20577"/>
          <ac:spMkLst>
            <pc:docMk/>
            <pc:sldMk cId="751337974" sldId="259"/>
            <ac:spMk id="3" creationId="{1E7F9622-7315-4C65-B249-4BD0D4CF6EF7}"/>
          </ac:spMkLst>
        </pc:spChg>
      </pc:sldChg>
      <pc:sldChg chg="modSp mod">
        <pc:chgData name="Michael Brooks" userId="24c7b370-bfa2-4faa-bcc2-81b3dcfb6f66" providerId="ADAL" clId="{FF2D4760-890F-4254-AF29-7D09EAF180AC}" dt="2024-10-15T09:28:04.001" v="514" actId="20577"/>
        <pc:sldMkLst>
          <pc:docMk/>
          <pc:sldMk cId="3415641489" sldId="260"/>
        </pc:sldMkLst>
        <pc:spChg chg="mod">
          <ac:chgData name="Michael Brooks" userId="24c7b370-bfa2-4faa-bcc2-81b3dcfb6f66" providerId="ADAL" clId="{FF2D4760-890F-4254-AF29-7D09EAF180AC}" dt="2024-10-15T09:28:04.001" v="514" actId="20577"/>
          <ac:spMkLst>
            <pc:docMk/>
            <pc:sldMk cId="3415641489" sldId="260"/>
            <ac:spMk id="3" creationId="{4CB19B1C-95B0-49AC-A3AD-2DD75DDAE2B5}"/>
          </ac:spMkLst>
        </pc:spChg>
      </pc:sldChg>
      <pc:sldChg chg="modSp mod">
        <pc:chgData name="Michael Brooks" userId="24c7b370-bfa2-4faa-bcc2-81b3dcfb6f66" providerId="ADAL" clId="{FF2D4760-890F-4254-AF29-7D09EAF180AC}" dt="2024-10-15T12:38:03.352" v="856" actId="20577"/>
        <pc:sldMkLst>
          <pc:docMk/>
          <pc:sldMk cId="524057629" sldId="261"/>
        </pc:sldMkLst>
        <pc:spChg chg="mod">
          <ac:chgData name="Michael Brooks" userId="24c7b370-bfa2-4faa-bcc2-81b3dcfb6f66" providerId="ADAL" clId="{FF2D4760-890F-4254-AF29-7D09EAF180AC}" dt="2024-10-15T09:30:21.734" v="565" actId="20577"/>
          <ac:spMkLst>
            <pc:docMk/>
            <pc:sldMk cId="524057629" sldId="261"/>
            <ac:spMk id="2" creationId="{BC5A64D0-1489-4910-96E7-D749E1BEC18E}"/>
          </ac:spMkLst>
        </pc:spChg>
        <pc:spChg chg="mod">
          <ac:chgData name="Michael Brooks" userId="24c7b370-bfa2-4faa-bcc2-81b3dcfb6f66" providerId="ADAL" clId="{FF2D4760-890F-4254-AF29-7D09EAF180AC}" dt="2024-10-15T12:38:03.352" v="856" actId="20577"/>
          <ac:spMkLst>
            <pc:docMk/>
            <pc:sldMk cId="524057629" sldId="261"/>
            <ac:spMk id="3" creationId="{7F91B95F-B232-4981-94F1-9C2E401AE388}"/>
          </ac:spMkLst>
        </pc:spChg>
      </pc:sldChg>
      <pc:sldChg chg="modSp mod">
        <pc:chgData name="Michael Brooks" userId="24c7b370-bfa2-4faa-bcc2-81b3dcfb6f66" providerId="ADAL" clId="{FF2D4760-890F-4254-AF29-7D09EAF180AC}" dt="2024-10-15T08:53:33.958" v="321" actId="20577"/>
        <pc:sldMkLst>
          <pc:docMk/>
          <pc:sldMk cId="2383520762" sldId="262"/>
        </pc:sldMkLst>
        <pc:spChg chg="mod">
          <ac:chgData name="Michael Brooks" userId="24c7b370-bfa2-4faa-bcc2-81b3dcfb6f66" providerId="ADAL" clId="{FF2D4760-890F-4254-AF29-7D09EAF180AC}" dt="2024-10-15T08:51:42.346" v="160" actId="6549"/>
          <ac:spMkLst>
            <pc:docMk/>
            <pc:sldMk cId="2383520762" sldId="262"/>
            <ac:spMk id="2" creationId="{0B30B253-81C4-48CD-B3D8-0569E46EF759}"/>
          </ac:spMkLst>
        </pc:spChg>
        <pc:spChg chg="mod">
          <ac:chgData name="Michael Brooks" userId="24c7b370-bfa2-4faa-bcc2-81b3dcfb6f66" providerId="ADAL" clId="{FF2D4760-890F-4254-AF29-7D09EAF180AC}" dt="2024-10-15T08:53:33.958" v="321" actId="20577"/>
          <ac:spMkLst>
            <pc:docMk/>
            <pc:sldMk cId="2383520762" sldId="262"/>
            <ac:spMk id="3" creationId="{21C908CC-6432-491E-AA82-6027A2174C09}"/>
          </ac:spMkLst>
        </pc:spChg>
      </pc:sldChg>
      <pc:sldChg chg="modSp add mod">
        <pc:chgData name="Michael Brooks" userId="24c7b370-bfa2-4faa-bcc2-81b3dcfb6f66" providerId="ADAL" clId="{FF2D4760-890F-4254-AF29-7D09EAF180AC}" dt="2024-10-15T09:26:28.116" v="500" actId="20577"/>
        <pc:sldMkLst>
          <pc:docMk/>
          <pc:sldMk cId="753475592" sldId="263"/>
        </pc:sldMkLst>
        <pc:spChg chg="mod">
          <ac:chgData name="Michael Brooks" userId="24c7b370-bfa2-4faa-bcc2-81b3dcfb6f66" providerId="ADAL" clId="{FF2D4760-890F-4254-AF29-7D09EAF180AC}" dt="2024-10-15T09:25:25.319" v="351" actId="20577"/>
          <ac:spMkLst>
            <pc:docMk/>
            <pc:sldMk cId="753475592" sldId="263"/>
            <ac:spMk id="2" creationId="{67FDDBA8-E4FB-EA6B-7663-56A805F6D752}"/>
          </ac:spMkLst>
        </pc:spChg>
        <pc:spChg chg="mod">
          <ac:chgData name="Michael Brooks" userId="24c7b370-bfa2-4faa-bcc2-81b3dcfb6f66" providerId="ADAL" clId="{FF2D4760-890F-4254-AF29-7D09EAF180AC}" dt="2024-10-15T09:26:28.116" v="500" actId="20577"/>
          <ac:spMkLst>
            <pc:docMk/>
            <pc:sldMk cId="753475592" sldId="263"/>
            <ac:spMk id="3" creationId="{503EAFD9-ED3B-917C-D9D0-7B990C480560}"/>
          </ac:spMkLst>
        </pc:spChg>
      </pc:sldChg>
    </pc:docChg>
  </pc:docChgLst>
  <pc:docChgLst>
    <pc:chgData name="Michael Brooks" userId="24c7b370-bfa2-4faa-bcc2-81b3dcfb6f66" providerId="ADAL" clId="{448E9466-BDB4-42D9-978F-202B52A8F36E}"/>
    <pc:docChg chg="custSel modSld">
      <pc:chgData name="Michael Brooks" userId="24c7b370-bfa2-4faa-bcc2-81b3dcfb6f66" providerId="ADAL" clId="{448E9466-BDB4-42D9-978F-202B52A8F36E}" dt="2024-10-15T05:13:25.007" v="42" actId="20577"/>
      <pc:docMkLst>
        <pc:docMk/>
      </pc:docMkLst>
      <pc:sldChg chg="modSp mod">
        <pc:chgData name="Michael Brooks" userId="24c7b370-bfa2-4faa-bcc2-81b3dcfb6f66" providerId="ADAL" clId="{448E9466-BDB4-42D9-978F-202B52A8F36E}" dt="2024-10-15T05:13:25.007" v="42" actId="20577"/>
        <pc:sldMkLst>
          <pc:docMk/>
          <pc:sldMk cId="1225265649" sldId="256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1225265649" sldId="256"/>
            <ac:spMk id="2" creationId="{3E772AC0-0D0B-485A-A7DF-8AD1EEBBCDE0}"/>
          </ac:spMkLst>
        </pc:spChg>
        <pc:spChg chg="mod">
          <ac:chgData name="Michael Brooks" userId="24c7b370-bfa2-4faa-bcc2-81b3dcfb6f66" providerId="ADAL" clId="{448E9466-BDB4-42D9-978F-202B52A8F36E}" dt="2024-10-15T05:13:25.007" v="42" actId="20577"/>
          <ac:spMkLst>
            <pc:docMk/>
            <pc:sldMk cId="1225265649" sldId="256"/>
            <ac:spMk id="3" creationId="{DE469790-2EDB-4DEF-9E68-A3406E726E43}"/>
          </ac:spMkLst>
        </pc:spChg>
      </pc:sldChg>
      <pc:sldChg chg="modSp">
        <pc:chgData name="Michael Brooks" userId="24c7b370-bfa2-4faa-bcc2-81b3dcfb6f66" providerId="ADAL" clId="{448E9466-BDB4-42D9-978F-202B52A8F36E}" dt="2024-10-15T05:12:32.395" v="2"/>
        <pc:sldMkLst>
          <pc:docMk/>
          <pc:sldMk cId="1811980613" sldId="257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1811980613" sldId="257"/>
            <ac:spMk id="2" creationId="{B89EAA12-14B5-43A5-AB4A-8D253DB397DD}"/>
          </ac:spMkLst>
        </pc:spChg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1811980613" sldId="257"/>
            <ac:spMk id="3" creationId="{049B4E33-5B55-4343-94C2-61F60B8BD03C}"/>
          </ac:spMkLst>
        </pc:spChg>
      </pc:sldChg>
      <pc:sldChg chg="modSp">
        <pc:chgData name="Michael Brooks" userId="24c7b370-bfa2-4faa-bcc2-81b3dcfb6f66" providerId="ADAL" clId="{448E9466-BDB4-42D9-978F-202B52A8F36E}" dt="2024-10-15T05:12:32.395" v="2"/>
        <pc:sldMkLst>
          <pc:docMk/>
          <pc:sldMk cId="2722873790" sldId="258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2722873790" sldId="258"/>
            <ac:spMk id="2" creationId="{69BB9270-DE0F-42F7-BBC2-A34EF2BC8CF2}"/>
          </ac:spMkLst>
        </pc:spChg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2722873790" sldId="258"/>
            <ac:spMk id="3" creationId="{1E7F9622-7315-4C65-B249-4BD0D4CF6EF7}"/>
          </ac:spMkLst>
        </pc:spChg>
      </pc:sldChg>
      <pc:sldChg chg="modSp">
        <pc:chgData name="Michael Brooks" userId="24c7b370-bfa2-4faa-bcc2-81b3dcfb6f66" providerId="ADAL" clId="{448E9466-BDB4-42D9-978F-202B52A8F36E}" dt="2024-10-15T05:12:32.395" v="2"/>
        <pc:sldMkLst>
          <pc:docMk/>
          <pc:sldMk cId="751337974" sldId="259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751337974" sldId="259"/>
            <ac:spMk id="2" creationId="{69BB9270-DE0F-42F7-BBC2-A34EF2BC8CF2}"/>
          </ac:spMkLst>
        </pc:spChg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751337974" sldId="259"/>
            <ac:spMk id="3" creationId="{1E7F9622-7315-4C65-B249-4BD0D4CF6EF7}"/>
          </ac:spMkLst>
        </pc:spChg>
      </pc:sldChg>
      <pc:sldChg chg="modSp">
        <pc:chgData name="Michael Brooks" userId="24c7b370-bfa2-4faa-bcc2-81b3dcfb6f66" providerId="ADAL" clId="{448E9466-BDB4-42D9-978F-202B52A8F36E}" dt="2024-10-15T05:12:32.395" v="2"/>
        <pc:sldMkLst>
          <pc:docMk/>
          <pc:sldMk cId="3415641489" sldId="260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3415641489" sldId="260"/>
            <ac:spMk id="2" creationId="{147997D1-AC48-40FD-9A93-69ADB352DEB5}"/>
          </ac:spMkLst>
        </pc:spChg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3415641489" sldId="260"/>
            <ac:spMk id="3" creationId="{4CB19B1C-95B0-49AC-A3AD-2DD75DDAE2B5}"/>
          </ac:spMkLst>
        </pc:spChg>
      </pc:sldChg>
      <pc:sldChg chg="modSp">
        <pc:chgData name="Michael Brooks" userId="24c7b370-bfa2-4faa-bcc2-81b3dcfb6f66" providerId="ADAL" clId="{448E9466-BDB4-42D9-978F-202B52A8F36E}" dt="2024-10-15T05:12:32.395" v="2"/>
        <pc:sldMkLst>
          <pc:docMk/>
          <pc:sldMk cId="524057629" sldId="261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524057629" sldId="261"/>
            <ac:spMk id="2" creationId="{BC5A64D0-1489-4910-96E7-D749E1BEC18E}"/>
          </ac:spMkLst>
        </pc:spChg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524057629" sldId="261"/>
            <ac:spMk id="3" creationId="{7F91B95F-B232-4981-94F1-9C2E401AE388}"/>
          </ac:spMkLst>
        </pc:spChg>
      </pc:sldChg>
      <pc:sldChg chg="modSp">
        <pc:chgData name="Michael Brooks" userId="24c7b370-bfa2-4faa-bcc2-81b3dcfb6f66" providerId="ADAL" clId="{448E9466-BDB4-42D9-978F-202B52A8F36E}" dt="2024-10-15T05:12:32.395" v="2"/>
        <pc:sldMkLst>
          <pc:docMk/>
          <pc:sldMk cId="2383520762" sldId="262"/>
        </pc:sldMkLst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2383520762" sldId="262"/>
            <ac:spMk id="2" creationId="{0B30B253-81C4-48CD-B3D8-0569E46EF759}"/>
          </ac:spMkLst>
        </pc:spChg>
        <pc:spChg chg="mod">
          <ac:chgData name="Michael Brooks" userId="24c7b370-bfa2-4faa-bcc2-81b3dcfb6f66" providerId="ADAL" clId="{448E9466-BDB4-42D9-978F-202B52A8F36E}" dt="2024-10-15T05:12:32.395" v="2"/>
          <ac:spMkLst>
            <pc:docMk/>
            <pc:sldMk cId="2383520762" sldId="262"/>
            <ac:spMk id="3" creationId="{21C908CC-6432-491E-AA82-6027A2174C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26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00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250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8240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118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083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87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1159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8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037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95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F3540-E176-4C72-9D81-41893A4EA90E}" type="datetimeFigureOut">
              <a:rPr lang="en-AU" smtClean="0"/>
              <a:t>15/10/2024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84AC1-FA33-4906-94C8-04FAD6A13E3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728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72AC0-0D0B-485A-A7DF-8AD1EEBBC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Design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469790-2EDB-4DEF-9E68-A3406E726E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{Your name here}</a:t>
            </a:r>
          </a:p>
          <a:p>
            <a:r>
              <a:rPr lang="en-AU" dirty="0"/>
              <a:t>{Your project name here}</a:t>
            </a:r>
          </a:p>
          <a:p>
            <a:endParaRPr lang="en-AU" dirty="0"/>
          </a:p>
          <a:p>
            <a:r>
              <a:rPr lang="en-AU" dirty="0"/>
              <a:t>{Please add to/adapt this template to suit your needs. Be sure to address all the talking points/pages in the template. Prompt text (such as this) should be deleted before presenting to the class.}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526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AA12-14B5-43A5-AB4A-8D253DB3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client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B4E33-5B55-4343-94C2-61F60B8BD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{Describe the client for the project (the owner of the finished product). Describe the business/individual (their job/purpose, motivation, capital, resources, etc.)}</a:t>
            </a:r>
          </a:p>
        </p:txBody>
      </p:sp>
    </p:spTree>
    <p:extLst>
      <p:ext uri="{BB962C8B-B14F-4D97-AF65-F5344CB8AC3E}">
        <p14:creationId xmlns:p14="http://schemas.microsoft.com/office/powerpoint/2010/main" val="181198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9270-DE0F-42F7-BBC2-A34EF2B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end-user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F9622-7315-4C65-B249-4BD0D4CF6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{Describe the end-user of the product (the individual or demographic, how they will use the solution, system(s) that the solution will target, level of expertise/capability, price point, etc.)}</a:t>
            </a:r>
          </a:p>
        </p:txBody>
      </p:sp>
    </p:spTree>
    <p:extLst>
      <p:ext uri="{BB962C8B-B14F-4D97-AF65-F5344CB8AC3E}">
        <p14:creationId xmlns:p14="http://schemas.microsoft.com/office/powerpoint/2010/main" val="272287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9270-DE0F-42F7-BBC2-A34EF2B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F9622-7315-4C65-B249-4BD0D4CF6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{Clearly describe the problem that the solution will solve.</a:t>
            </a:r>
          </a:p>
          <a:p>
            <a:r>
              <a:rPr lang="en-AU" dirty="0"/>
              <a:t>Why does the problem/need exist?</a:t>
            </a:r>
          </a:p>
          <a:p>
            <a:r>
              <a:rPr lang="en-AU" dirty="0"/>
              <a:t>What existing solutions are available?</a:t>
            </a:r>
          </a:p>
          <a:p>
            <a:pPr lvl="1"/>
            <a:r>
              <a:rPr lang="en-AU" dirty="0"/>
              <a:t>Why are they not suitable/ideal?</a:t>
            </a:r>
          </a:p>
          <a:p>
            <a:r>
              <a:rPr lang="en-AU" dirty="0"/>
              <a:t>Briefly describe how the problem/need will be solved.}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133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97D1-AC48-40FD-9A93-69ADB352D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Design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19B1C-95B0-49AC-A3AD-2DD75DDAE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{What specification (needs) must be met by your solution?</a:t>
            </a:r>
          </a:p>
          <a:p>
            <a:r>
              <a:rPr lang="en-AU" dirty="0"/>
              <a:t>Consider both the developer’s and user’s perspective.</a:t>
            </a:r>
          </a:p>
          <a:p>
            <a:r>
              <a:rPr lang="en-AU" dirty="0"/>
              <a:t>Specifications should be easily evaluated/measurable.}</a:t>
            </a:r>
          </a:p>
        </p:txBody>
      </p:sp>
    </p:spTree>
    <p:extLst>
      <p:ext uri="{BB962C8B-B14F-4D97-AF65-F5344CB8AC3E}">
        <p14:creationId xmlns:p14="http://schemas.microsoft.com/office/powerpoint/2010/main" val="341564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F765-BA89-2F4E-6CD0-399CA34B7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DBA8-E4FB-EA6B-7663-56A805F6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Safety and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EAFD9-ED3B-917C-D9D0-7B990C480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{What data safety and security considerations are involved with this project?</a:t>
            </a:r>
          </a:p>
          <a:p>
            <a:r>
              <a:rPr lang="en-AU" dirty="0"/>
              <a:t>How are you planning to address these issues?}</a:t>
            </a:r>
          </a:p>
        </p:txBody>
      </p:sp>
    </p:spTree>
    <p:extLst>
      <p:ext uri="{BB962C8B-B14F-4D97-AF65-F5344CB8AC3E}">
        <p14:creationId xmlns:p14="http://schemas.microsoft.com/office/powerpoint/2010/main" val="753475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A64D0-1489-4910-96E7-D749E1BEC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Project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1B95F-B232-4981-94F1-9C2E401AE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{What software development methodology are you using/why?</a:t>
            </a:r>
          </a:p>
          <a:p>
            <a:pPr lvl="1"/>
            <a:r>
              <a:rPr lang="en-AU" dirty="0"/>
              <a:t>Consider comparing different development methodologies.</a:t>
            </a:r>
          </a:p>
          <a:p>
            <a:r>
              <a:rPr lang="en-AU" dirty="0"/>
              <a:t>What tools and resources are you using/why?</a:t>
            </a:r>
          </a:p>
          <a:p>
            <a:pPr lvl="1"/>
            <a:r>
              <a:rPr lang="en-AU" dirty="0"/>
              <a:t>Consider comparing different tools </a:t>
            </a:r>
            <a:r>
              <a:rPr lang="en-AU"/>
              <a:t>and resources.</a:t>
            </a:r>
            <a:endParaRPr lang="en-AU" dirty="0"/>
          </a:p>
          <a:p>
            <a:r>
              <a:rPr lang="en-AU" dirty="0"/>
              <a:t>What stage of the development process are you at? What is next?}</a:t>
            </a:r>
          </a:p>
        </p:txBody>
      </p:sp>
    </p:spTree>
    <p:extLst>
      <p:ext uri="{BB962C8B-B14F-4D97-AF65-F5344CB8AC3E}">
        <p14:creationId xmlns:p14="http://schemas.microsoft.com/office/powerpoint/2010/main" val="52405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0B253-81C4-48CD-B3D8-0569E46EF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908CC-6432-491E-AA82-6027A2174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{Use this space to demonstrate your progress/prototype. You might show a storyboard, wireframe, screenshots, guided walkthrough, video, etc.} </a:t>
            </a:r>
          </a:p>
        </p:txBody>
      </p:sp>
    </p:spTree>
    <p:extLst>
      <p:ext uri="{BB962C8B-B14F-4D97-AF65-F5344CB8AC3E}">
        <p14:creationId xmlns:p14="http://schemas.microsoft.com/office/powerpoint/2010/main" val="2383520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6F8F276189F42B9EA11776E9F49C9" ma:contentTypeVersion="23" ma:contentTypeDescription="Create a new document." ma:contentTypeScope="" ma:versionID="d1a69bb14fadae26853899895d74ab34">
  <xsd:schema xmlns:xsd="http://www.w3.org/2001/XMLSchema" xmlns:xs="http://www.w3.org/2001/XMLSchema" xmlns:p="http://schemas.microsoft.com/office/2006/metadata/properties" xmlns:ns2="85e191b4-b40d-4a13-8846-4cbd2c11e570" xmlns:ns3="8a4f1889-ebab-4051-a2e7-ad5e6023ec37" targetNamespace="http://schemas.microsoft.com/office/2006/metadata/properties" ma:root="true" ma:fieldsID="b6b8bd621509ad52ef7e347d5445783f" ns2:_="" ns3:_="">
    <xsd:import namespace="85e191b4-b40d-4a13-8846-4cbd2c11e570"/>
    <xsd:import namespace="8a4f1889-ebab-4051-a2e7-ad5e6023ec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Thumbnail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e191b4-b40d-4a13-8846-4cbd2c11e5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Thumbnail" ma:index="17" nillable="true" ma:displayName="Thumbnail" ma:internalName="Thumbnail">
      <xsd:simpleType>
        <xsd:restriction base="dms:Text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51f47cd6-212f-4ea2-b6af-f1d1e47bdb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4f1889-ebab-4051-a2e7-ad5e6023ec37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3c975c8-cff3-4040-bd3d-d9dffe553a87}" ma:internalName="TaxCatchAll" ma:showField="CatchAllData" ma:web="8a4f1889-ebab-4051-a2e7-ad5e6023ec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63626E-2676-4AAA-A36D-C0358D3A84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C47891-CF47-43B9-89D2-6171EF2E6A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e191b4-b40d-4a13-8846-4cbd2c11e570"/>
    <ds:schemaRef ds:uri="8a4f1889-ebab-4051-a2e7-ad5e6023ec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85</TotalTime>
  <Words>316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2013 - 2022 Theme</vt:lpstr>
      <vt:lpstr>Design presentation</vt:lpstr>
      <vt:lpstr>The client</vt:lpstr>
      <vt:lpstr>The end-user</vt:lpstr>
      <vt:lpstr>The problem</vt:lpstr>
      <vt:lpstr>Design specification</vt:lpstr>
      <vt:lpstr>Safety and security</vt:lpstr>
      <vt:lpstr>Project development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presentation</dc:title>
  <dc:creator>Michael Brooks</dc:creator>
  <cp:lastModifiedBy>Michael Brooks</cp:lastModifiedBy>
  <cp:revision>2</cp:revision>
  <dcterms:created xsi:type="dcterms:W3CDTF">2023-01-30T03:16:03Z</dcterms:created>
  <dcterms:modified xsi:type="dcterms:W3CDTF">2024-10-15T12:38:04Z</dcterms:modified>
</cp:coreProperties>
</file>